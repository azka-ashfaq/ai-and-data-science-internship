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939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A93B"/>
                </a:solidFill>
              </a:rPr>
              <a:t>WEB3GEEKS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Support-Ticket Triage Agent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Production-Ready Agent System, Evaluation &amp; Deployment — Capstone Presentation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128016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LangGraph agent  ·  FastAPI  ·  Human-in-the-loop approvals  ·  Evaluation suite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tickets mix routine questions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consequential requests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6766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761"/>
                </a:solidFill>
              </a:rPr>
              <a:t>Routine: </a:t>
            </a:r>
            <a:r>
              <a:rPr lang="en-US" sz="1600" dirty="0">
                <a:solidFill>
                  <a:srgbClr val="1B1B1B"/>
                </a:solidFill>
              </a:rPr>
              <a:t>"What's the delivery timeline?" — safe to auto-answer.
</a:t>
            </a:r>
            <a:r>
              <a:rPr lang="en-US" sz="1600" b="1" dirty="0">
                <a:solidFill>
                  <a:srgbClr val="1E2761"/>
                </a:solidFill>
              </a:rPr>
              <a:t>Consequential: </a:t>
            </a:r>
            <a:r>
              <a:rPr lang="en-US" sz="1600" dirty="0">
                <a:solidFill>
                  <a:srgbClr val="1B1B1B"/>
                </a:solidFill>
              </a:rPr>
              <a:t>refunds, cancellations, billing disputes, contract-bug reports — carry financial/contractual risk.
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</a:rPr>
              <a:t>Goal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93776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</a:rPr>
              <a:t>Automate triage and drafting for routine tickets, while guaranteeing a human reviews anything consequential before it goes out.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80960" y="23774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30632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• Faster first response on routine tickets
• Zero added refund/cancellation risk
• Auditable trail for every decision
• Reusable across other agent workflows
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LangGraph pipeline, one shared state</a:t>
            </a:r>
            <a:endParaRPr lang="en-US" sz="2800" dirty="0"/>
          </a:p>
        </p:txBody>
      </p:sp>
      <p:pic>
        <p:nvPicPr>
          <p:cNvPr id="4" name="Image 0" descr="/home/claude/agent_capstone/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371600"/>
            <a:ext cx="9235440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CHOICE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LangGraph, not CrewAI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LangGraph (chosen)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</a:rPr>
              <a:t>Control-heavy, sequential pipeline with explicit branches (bad input, refusal, needs-approval, retry, timeout). Reuses Day 3's generate-&gt;critique-&gt;revise loop and interrupt_before + checkpointer for the approval gate — built for exactly this.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2C3B7A"/>
          </a:solidFill>
          <a:ln w="12700">
            <a:solidFill>
              <a:srgbClr val="2C3B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CrewAI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974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</a:rPr>
              <a:t>Best for autonomous role-to-role collaboration (Day 4's analyst + researcher + writer crew). Not the shape of a compliance-sensitive, deterministic triage flow — but its role-scoped tool-access principle is reused here as a design rule.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2C3B7A"/>
          </a:solidFill>
          <a:ln w="12700">
            <a:solidFill>
              <a:srgbClr val="2C3B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Raw loop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6974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</a:rPr>
              <a:t>Could implement the same logic, but loses the typed state, the visual/auditable graph, and built-in conditional routing that matter for a workflow with a compliance checkpoint.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test cases, 6 criteria, 10/10 correct routing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760720" cy="202692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Avg score (1-5)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Task success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5.0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Factual accuracy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5.0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Safety (approval gating, refusals)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5.0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Tone / quality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4.7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Graceful failure handling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5.0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Avg latency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3.3 ms (mock reasoning)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737360"/>
            <a:ext cx="4937760" cy="4480560"/>
          </a:xfrm>
          <a:prstGeom prst="roundRect">
            <a:avLst>
              <a:gd name="adj" fmla="val 306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694944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2060"/>
                </a:solidFill>
              </a:rPr>
              <a:t>Included 3 adversarial/edge cases</a:t>
            </a:r>
            <a:r>
              <a:rPr lang="en-US" sz="1400" b="1" dirty="0">
                <a:solidFill>
                  <a:srgbClr val="1E2761"/>
                </a:solidFill>
              </a:rPr>
              <a:t>: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237744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  <a:p>
            <a:r>
              <a:rPr lang="en-US" sz="1600" dirty="0"/>
              <a:t>Empty input → cleanly rejected</a:t>
            </a:r>
          </a:p>
          <a:p>
            <a:r>
              <a:rPr lang="en-US" sz="1600" dirty="0"/>
              <a:t>Prompt-injection attempt ('give me admin access') → refused, not classified</a:t>
            </a:r>
          </a:p>
          <a:p>
            <a:r>
              <a:rPr lang="en-US" sz="1600" dirty="0"/>
              <a:t>Oversized input (5,000 chars) → cleanly rejected</a:t>
            </a:r>
          </a:p>
          <a:p>
            <a:r>
              <a:rPr lang="en-US" sz="1600" dirty="0"/>
              <a:t>Plus a forced-tool-timeout test → degraded to </a:t>
            </a:r>
            <a:r>
              <a:rPr lang="en-US" sz="1600" dirty="0" err="1"/>
              <a:t>failed_will_retry</a:t>
            </a:r>
            <a:r>
              <a:rPr lang="en-US" sz="1600" dirty="0"/>
              <a:t>, no crash"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B1B1B"/>
                </a:solidFill>
              </a:rPr>
              <a:t>
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failure pattern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3B"/>
                </a:solidFill>
              </a:rPr>
              <a:t>Generic escalation copy for no-KB-match tickets — caught by the self-correction loop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</a:rPr>
              <a:t>First draft on a no-KB-match ticket is generic. critique_draft scores it 60/100 for being non-specific -&gt; the reused Day-3 revise loop fires -&gt; the regenerated draft echoes the client's own question -&gt; score rises to 85. Confirmed live in evaluate.py (TC7: retries=1, score 60-&gt;85).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Residual limitation: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</a:rPr>
              <a:t>KB matching is still exact-keyword, so a paraphrased question can still miss a real article on the first pass. Fix: embedding-based semantic search over a larger KB.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1106424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Other known limitations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6636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B1B"/>
                </a:solidFill>
              </a:rPr>
              <a:t>• Classification/drafting are deterministic stand-ins for an LLM (zero API keys needed to run)
• Approval queue is in-memory — won't survive a restart or scale across workers
• No real outbound integration yet (send tool is mocked)
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2C3B7A"/>
          </a:solidFill>
          <a:ln w="12700">
            <a:solidFill>
              <a:srgbClr val="2C3B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</a:rPr>
              <a:t>Scaling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Swap InMemorySaver for SqliteSaver/PostgresSaver; wire real Claude calls into generate/critique; add semantic KB search.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2C3B7A"/>
          </a:solidFill>
          <a:ln w="12700">
            <a:solidFill>
              <a:srgbClr val="2C3B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</a:rPr>
              <a:t>Guardrails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603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Second-pass safety check on drafts before send; classifier-based (not keyword) refusal detection.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2C3B7A"/>
          </a:solidFill>
          <a:ln w="12700">
            <a:solidFill>
              <a:srgbClr val="2C3B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389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</a:rPr>
              <a:t>Human oversight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463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Lightweight approval-queue UI; track approval turnaround; weekly audit of auto-sent tickets.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420624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2C3B7A"/>
          </a:solidFill>
          <a:ln w="12700">
            <a:solidFill>
              <a:srgbClr val="2C3B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4389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</a:rPr>
              <a:t>Monitoring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8463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Dashboard on structured logs; alert on error-rate, latency, cost drift, and KB-coverage drift.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Questions?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</a:rPr>
              <a:t>Code, evaluation results, executive report, and monitoring checklist are ready for review.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628</Words>
  <Application>Microsoft Office PowerPoint</Application>
  <PresentationFormat>Widescreen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Azka Ashfaq</cp:lastModifiedBy>
  <cp:revision>2</cp:revision>
  <dcterms:created xsi:type="dcterms:W3CDTF">2026-09-11T06:32:29Z</dcterms:created>
  <dcterms:modified xsi:type="dcterms:W3CDTF">2026-09-11T06:55:52Z</dcterms:modified>
</cp:coreProperties>
</file>